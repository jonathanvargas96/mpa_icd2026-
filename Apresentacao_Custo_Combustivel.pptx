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8628e7830d03db415a04fed448ed528d52a591c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dfc69820e977d12c45052728a0b20e49e3677864.png"/>
<Relationship Id="rId3" Type="http://schemas.openxmlformats.org/officeDocument/2006/relationships/image" Target="../media/09119b29613ae02cc3cc43b08ab62642f4c3f28e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Predição do Custo de Combustível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Análise Comparativa: Regressão Linear vs. Random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Descrição e Justificativa do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Contexto: A precisão no custo unitário é crítica para a saúde financeira.</a:t>
            </a:r>
          </a:p>
          <a:p>
            <a:r>
              <a:rPr/>
              <a:t>Dataset: Controle de abastecimento da Mineração Cazanga (1.032 registros, 10 variáveis).</a:t>
            </a:r>
          </a:p>
          <a:p>
            <a:r>
              <a:rPr/>
              <a:t>Justificativa: Superar limitações de modelos tradicionais e reduzir incertezas operacionais.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Variável-Alvo Definida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O alvo definido para o modelo é o 'Custo_Unitario', que representa o valor financeiro por unidade de consumo (litros), sendo o principal indicador para otimização do planejamento financeiro.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Pipeline Utilizado (KNIME)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Comparativo de Dispersão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4038600" cy="4525963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Conclusões e Aplicações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O modelo Random Forest obteve R² de 0.736 e MAPE de 25%.</a:t>
            </a:r>
          </a:p>
          <a:p>
            <a:r>
              <a:rPr/>
              <a:t>Benefícios: Otimização do planejamento, redução de incertezas e maior eficiência produtiva.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2026-06-30T14:40:58Z</dcterms:modified>
  <cp:category/>
</cp:coreProperties>
</file>