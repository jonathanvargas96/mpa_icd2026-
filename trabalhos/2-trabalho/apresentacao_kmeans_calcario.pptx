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ddfe2cb2b1d2321d0c1a6e579278ea73eb3b7d9.png"/>
<Relationship Id="rId3" Type="http://schemas.openxmlformats.org/officeDocument/2006/relationships/image" Target="../media/c5be764a987b8d8b47e8b1d0bd6cdf90b3696d1d.sv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ddfe2cb2b1d2321d0c1a6e579278ea73eb3b7d9.png"/>
<Relationship Id="rId3" Type="http://schemas.openxmlformats.org/officeDocument/2006/relationships/image" Target="../media/c5be764a987b8d8b47e8b1d0bd6cdf90b3696d1d.sv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Classificação Geoquímica - Reservas de Calcário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Mineração Cazanga | Jonathan Vargas Silva
Dataset: sondagem mineral completa da jazida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Engenharia de Dados e Clusterização (K-Means)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/>
              <a:t>• Desafio: Tratamento de ruído laboratorial (&lt;0,01)</a:t>
            </a:r>
          </a:p>
          <a:p>
            <a:r>
              <a:rPr/>
              <a:t>• Imputação: Interpolação linear (continuidade geológica)</a:t>
            </a:r>
          </a:p>
          <a:p>
            <a:r>
              <a:rPr/>
              <a:t>• Normalização: Equalização Min-Max para pesos das variáveis</a:t>
            </a:r>
          </a:p>
          <a:p>
            <a:r>
              <a:rPr/>
              <a:t>• Inteligência: K-Means (k=3) com Distância Euclidiana</a:t>
            </a:r>
          </a:p>
          <a:p>
            <a:r>
              <a:rPr/>
              <a:t>• Auditoria: Rule Engine como trava de segurança geológica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Interpretação e Planejamento de Lavra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/>
              <a:t>• Calcítico (Verde): 82% - Destinação Siderúrgica</a:t>
            </a:r>
          </a:p>
          <a:p>
            <a:r>
              <a:rPr/>
              <a:t>• Dolomítico (Azul): 8% - Destinação Agrícola</a:t>
            </a:r>
          </a:p>
          <a:p>
            <a:r>
              <a:rPr/>
              <a:t>• Silicoso (Laranja): 10% - Destinação Agregados</a:t>
            </a:r>
          </a:p>
          <a:p>
            <a:r>
              <a:rPr/>
              <a:t>• Otimização: Redução de custos de transporte</a:t>
            </a:r>
          </a:p>
          <a:p>
            <a:r>
              <a:rPr/>
              <a:t>• Decisão: Planejamento automatizado via Dashboards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2026-06-22T11:01:35Z</dcterms:modified>
  <cp:category/>
</cp:coreProperties>
</file>